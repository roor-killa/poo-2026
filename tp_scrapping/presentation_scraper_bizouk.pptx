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8.xml" ContentType="application/vnd.openxmlformats-officedocument.presentationml.slide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Présentation du projet : Scraper Bizouk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 Python de web scraping pour récupérer automatiquement des informations depuis le site Bizouk.</a:t>
            </a:r>
          </a:p>
          <a:p/>
          <a:p>
            <a:r>
              <a:t>Objectifs :</a:t>
            </a:r>
          </a:p>
          <a:p>
            <a:r>
              <a:t>- Collecter des entreprises</a:t>
            </a:r>
          </a:p>
          <a:p>
            <a:r>
              <a:t>- Collecter des articles d'actualité</a:t>
            </a:r>
          </a:p>
          <a:p>
            <a:r>
              <a:t>- Structurer les données</a:t>
            </a:r>
          </a:p>
          <a:p>
            <a:r>
              <a:t>- Sauvegarder les résultats en 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projet est organisé en plusieurs fichiers :</a:t>
            </a:r>
          </a:p>
          <a:p/>
          <a:p>
            <a:r>
              <a:t>- main.py : lance le programme</a:t>
            </a:r>
          </a:p>
          <a:p>
            <a:r>
              <a:t>- business_scraper.py : récupère les entreprises</a:t>
            </a:r>
          </a:p>
          <a:p>
            <a:r>
              <a:t>- news_scraper.py : récupère les articles</a:t>
            </a:r>
          </a:p>
          <a:p>
            <a:r>
              <a:t>- base_scraper.py : fonctions communes</a:t>
            </a:r>
          </a:p>
          <a:p/>
          <a:p>
            <a:r>
              <a:t>Cette organisation rend le code plus clair et réutilisable.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fichier main.py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main.py est le point d'entrée du programme.</a:t>
            </a:r>
          </a:p>
          <a:p/>
          <a:p>
            <a:r>
              <a:t>Il permet de :</a:t>
            </a:r>
          </a:p>
          <a:p>
            <a:r>
              <a:t>- créer le scraper</a:t>
            </a:r>
          </a:p>
          <a:p>
            <a:r>
              <a:t>- lancer le scraping</a:t>
            </a:r>
          </a:p>
          <a:p>
            <a:r>
              <a:t>- sauvegarder les données</a:t>
            </a:r>
          </a:p>
          <a:p/>
          <a:p>
            <a:r>
              <a:t>Il orchestre l'exécution du projet.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Scraper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fichier business_scraper.py récupère les informations des entreprises.</a:t>
            </a:r>
          </a:p>
          <a:p/>
          <a:p>
            <a:r>
              <a:t>Il analyse le HTML du site pour extraire :</a:t>
            </a:r>
          </a:p>
          <a:p>
            <a:r>
              <a:t>- nom</a:t>
            </a:r>
          </a:p>
          <a:p>
            <a:r>
              <a:t>- adresse</a:t>
            </a:r>
          </a:p>
          <a:p>
            <a:r>
              <a:t>- téléphone</a:t>
            </a:r>
          </a:p>
          <a:p>
            <a:r>
              <a:t>- email</a:t>
            </a:r>
          </a:p>
          <a:p>
            <a:r>
              <a:t>- description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Constructeur du scraper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constructeur initialise les paramètres du scraper.</a:t>
            </a:r>
          </a:p>
          <a:p/>
          <a:p>
            <a:r>
              <a:t>Exemple :</a:t>
            </a:r>
          </a:p>
          <a:p>
            <a:r>
              <a:t>super().__init__(base_url='https://www.bizouk.com', delay=2)</a:t>
            </a:r>
          </a:p>
          <a:p/>
          <a:p>
            <a:r>
              <a:t>Le délai permet d'éviter de surcharger le serveur et respecte les bonnes pratiques du scraping.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Nettoyage des numéros de téléphone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fonction clean_phone() normalise les numéros.</a:t>
            </a:r>
          </a:p>
          <a:p/>
          <a:p>
            <a:r>
              <a:t>Exemple :</a:t>
            </a:r>
          </a:p>
          <a:p>
            <a:r>
              <a:t>+596 696 12 34 56 → 0596 96 12 34</a:t>
            </a:r>
          </a:p>
          <a:p/>
          <a:p>
            <a:r>
              <a:t>Étapes :</a:t>
            </a:r>
          </a:p>
          <a:p>
            <a:r>
              <a:t>- supprimer les caractères non numériques</a:t>
            </a:r>
          </a:p>
          <a:p>
            <a:r>
              <a:t>- enlever l'indicatif international</a:t>
            </a:r>
          </a:p>
          <a:p>
            <a:r>
              <a:t>- reformater le numéro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Extraction des emails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fonction extract_email() utilise une expression régulière (regex).</a:t>
            </a:r>
          </a:p>
          <a:p/>
          <a:p>
            <a:r>
              <a:t>Elle détecte les emails dans un texte.</a:t>
            </a:r>
          </a:p>
          <a:p/>
          <a:p>
            <a:r>
              <a:t>Exemples :</a:t>
            </a:r>
          </a:p>
          <a:p>
            <a:r>
              <a:t>- contact@entreprise.com</a:t>
            </a:r>
          </a:p>
          <a:p>
            <a:r>
              <a:t>- info@site.fr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Analyse d'une fiche entreprise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fonction parse_business() extrait les données d'une entreprise.</a:t>
            </a:r>
          </a:p>
          <a:p/>
          <a:p>
            <a:r>
              <a:t>Les informations sont stockées dans un dictionnaire Python :</a:t>
            </a:r>
          </a:p>
          <a:p>
            <a:r>
              <a:t>name, address, phone, email, description.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News Scraper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fichier news_scraper.py récupère les articles d'actualité.</a:t>
            </a:r>
          </a:p>
          <a:p/>
          <a:p>
            <a:r>
              <a:t>Il extrait :</a:t>
            </a:r>
          </a:p>
          <a:p>
            <a:r>
              <a:t>- titre</a:t>
            </a:r>
          </a:p>
          <a:p>
            <a:r>
              <a:t>- date</a:t>
            </a:r>
          </a:p>
          <a:p>
            <a:r>
              <a:t>- auteur</a:t>
            </a:r>
          </a:p>
          <a:p>
            <a:r>
              <a:t>- contenu</a:t>
            </a:r>
          </a:p>
          <a:p>
            <a:r>
              <a:t>- tags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Scraping de plusieurs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programme parcourt plusieurs pages du site.</a:t>
            </a:r>
          </a:p>
          <a:p/>
          <a:p>
            <a:r>
              <a:t>Étapes :</a:t>
            </a:r>
          </a:p>
          <a:p>
            <a:r>
              <a:t>- construction de l'URL</a:t>
            </a:r>
          </a:p>
          <a:p>
            <a:r>
              <a:t>- récupération du HTML</a:t>
            </a:r>
          </a:p>
          <a:p>
            <a:r>
              <a:t>- analyse des articles</a:t>
            </a:r>
          </a:p>
          <a:p>
            <a:r>
              <a:t>- stockage des résultats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Sauvegarde des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 données récupérées sont enregistrées dans un fichier JSON.</a:t>
            </a:r>
          </a:p>
          <a:p/>
          <a:p>
            <a:r>
              <a:t>Avantages :</a:t>
            </a:r>
          </a:p>
          <a:p>
            <a:r>
              <a:t>- facile à lire</a:t>
            </a:r>
          </a:p>
          <a:p>
            <a:r>
              <a:t>- compatible avec de nombreux outils</a:t>
            </a:r>
          </a:p>
          <a:p>
            <a:r>
              <a:t>- pratique pour l'analyse de données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 projet démontre plusieurs compétences :</a:t>
            </a:r>
          </a:p>
          <a:p/>
          <a:p>
            <a:r>
              <a:t>- Web scraping</a:t>
            </a:r>
          </a:p>
          <a:p>
            <a:r>
              <a:t>- Python</a:t>
            </a:r>
          </a:p>
          <a:p>
            <a:r>
              <a:t>- Programmation orientée objet</a:t>
            </a:r>
          </a:p>
          <a:p>
            <a:r>
              <a:t>- Analyse du HTML</a:t>
            </a:r>
          </a:p>
          <a:p>
            <a:r>
              <a:t>- Manipulation de données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ONLYOFFICE/8.2.2.22</Application>
  <PresentationFormat>On-screen Show (4:3)</PresentationFormat>
  <Paragraphs>0</Paragraphs>
  <Slides>0</Slides>
  <Notes>0</Notes>
  <HiddenSlides>0</HiddenSlides>
  <MMClips>0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